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d95da955e44c23" /><Relationship Type="http://schemas.openxmlformats.org/officeDocument/2006/relationships/extended-properties" Target="/docProps/app.xml" Id="R79b9f52c20824138" /><Relationship Type="http://schemas.openxmlformats.org/officeDocument/2006/relationships/officeDocument" Target="/ppt/presentation.xml" Id="R712a129dbae846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19c66b680749e8"/>
  </p:sldMasterIdLst>
  <p:notesMasterIdLst>
    <p:notesMasterId xmlns:r="http://schemas.openxmlformats.org/officeDocument/2006/relationships" r:id="Rdf4575099bc94bc7"/>
  </p:notesMasterIdLst>
  <p:sldIdLst>
    <p:sldId xmlns:r="http://schemas.openxmlformats.org/officeDocument/2006/relationships" id="256" r:id="R3d7fc24aa9fb45b6"/>
    <p:sldId xmlns:r="http://schemas.openxmlformats.org/officeDocument/2006/relationships" id="257" r:id="R715ad65647d744db"/>
    <p:sldId xmlns:r="http://schemas.openxmlformats.org/officeDocument/2006/relationships" id="258" r:id="R1ce00ac8fb4c4e5c"/>
    <p:sldId xmlns:r="http://schemas.openxmlformats.org/officeDocument/2006/relationships" id="259" r:id="R6e8347c037ae4f60"/>
    <p:sldId xmlns:r="http://schemas.openxmlformats.org/officeDocument/2006/relationships" id="260" r:id="R3eb2b91ff0134f02"/>
    <p:sldId xmlns:r="http://schemas.openxmlformats.org/officeDocument/2006/relationships" id="261" r:id="R867f806ce5994bff"/>
    <p:sldId xmlns:r="http://schemas.openxmlformats.org/officeDocument/2006/relationships" id="262" r:id="R2582f8e02465444f"/>
    <p:sldId xmlns:r="http://schemas.openxmlformats.org/officeDocument/2006/relationships" id="263" r:id="R8f0587913c3d45b9"/>
    <p:sldId xmlns:r="http://schemas.openxmlformats.org/officeDocument/2006/relationships" id="264" r:id="R2edc4a94d4254aac"/>
    <p:sldId xmlns:r="http://schemas.openxmlformats.org/officeDocument/2006/relationships" id="265" r:id="Rc73bfe51d5284cf5"/>
    <p:sldId xmlns:r="http://schemas.openxmlformats.org/officeDocument/2006/relationships" id="266" r:id="R94c71f43f90448fc"/>
    <p:sldId xmlns:r="http://schemas.openxmlformats.org/officeDocument/2006/relationships" id="267" r:id="R6bf3f603c15b4baf"/>
    <p:sldId xmlns:r="http://schemas.openxmlformats.org/officeDocument/2006/relationships" id="268" r:id="Red3325b140e048bf"/>
    <p:sldId xmlns:r="http://schemas.openxmlformats.org/officeDocument/2006/relationships" id="269" r:id="R290c77c19823414a"/>
    <p:sldId xmlns:r="http://schemas.openxmlformats.org/officeDocument/2006/relationships" id="270" r:id="R50fb03e1aac34191"/>
    <p:sldId xmlns:r="http://schemas.openxmlformats.org/officeDocument/2006/relationships" id="271" r:id="R6b246d2327fc4695"/>
    <p:sldId xmlns:r="http://schemas.openxmlformats.org/officeDocument/2006/relationships" id="272" r:id="R8fdc3654d896435d"/>
    <p:sldId xmlns:r="http://schemas.openxmlformats.org/officeDocument/2006/relationships" id="273" r:id="Rffa623505afd45e4"/>
    <p:sldId xmlns:r="http://schemas.openxmlformats.org/officeDocument/2006/relationships" id="274" r:id="R5bcc6ca8b37e4925"/>
    <p:sldId xmlns:r="http://schemas.openxmlformats.org/officeDocument/2006/relationships" id="275" r:id="Rf0cef532c1e94bc3"/>
    <p:sldId xmlns:r="http://schemas.openxmlformats.org/officeDocument/2006/relationships" id="276" r:id="R64132b0651fe4490"/>
    <p:sldId xmlns:r="http://schemas.openxmlformats.org/officeDocument/2006/relationships" id="277" r:id="Rde9db81b92b549b8"/>
    <p:sldId xmlns:r="http://schemas.openxmlformats.org/officeDocument/2006/relationships" id="278" r:id="R3d8b0eee5c1a48b2"/>
    <p:sldId xmlns:r="http://schemas.openxmlformats.org/officeDocument/2006/relationships" id="279" r:id="R89bf6753e07c4444"/>
    <p:sldId xmlns:r="http://schemas.openxmlformats.org/officeDocument/2006/relationships" id="280" r:id="R3c9f95b7b27c4ba6"/>
    <p:sldId xmlns:r="http://schemas.openxmlformats.org/officeDocument/2006/relationships" id="281" r:id="R6ba5302922ab4915"/>
    <p:sldId xmlns:r="http://schemas.openxmlformats.org/officeDocument/2006/relationships" id="282" r:id="R0e060cb4cd164b13"/>
    <p:sldId xmlns:r="http://schemas.openxmlformats.org/officeDocument/2006/relationships" id="283" r:id="R5a65b8c4443e4ebd"/>
    <p:sldId xmlns:r="http://schemas.openxmlformats.org/officeDocument/2006/relationships" id="284" r:id="Rdf5f77d1561b4b58"/>
    <p:sldId xmlns:r="http://schemas.openxmlformats.org/officeDocument/2006/relationships" id="285" r:id="R289c749ba69c4004"/>
    <p:sldId xmlns:r="http://schemas.openxmlformats.org/officeDocument/2006/relationships" id="286" r:id="Rd922b5902d724ddf"/>
    <p:sldId xmlns:r="http://schemas.openxmlformats.org/officeDocument/2006/relationships" id="287" r:id="Re376159d8ac646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9d2f613464718" /><Relationship Type="http://schemas.openxmlformats.org/officeDocument/2006/relationships/slideMaster" Target="/ppt/slideMasters/slideMaster1.xml" Id="R1d19c66b680749e8" /><Relationship Type="http://schemas.openxmlformats.org/officeDocument/2006/relationships/notesMaster" Target="/ppt/notesMasters/notesMaster1.xml" Id="Rdf4575099bc94bc7" /><Relationship Type="http://schemas.openxmlformats.org/officeDocument/2006/relationships/presProps" Target="/ppt/presProps.xml" Id="R53f18b7a60a441f8" /><Relationship Type="http://schemas.openxmlformats.org/officeDocument/2006/relationships/viewProps" Target="/ppt/viewProps.xml" Id="Rf004646cbf6a40d4" /><Relationship Type="http://schemas.openxmlformats.org/officeDocument/2006/relationships/tableStyles" Target="/ppt/tableStyles.xml" Id="R59d3c1cee8b24559" /><Relationship Type="http://schemas.openxmlformats.org/officeDocument/2006/relationships/slide" Target="/ppt/slides/slide1.xml" Id="R3d7fc24aa9fb45b6" /><Relationship Type="http://schemas.openxmlformats.org/officeDocument/2006/relationships/slide" Target="/ppt/slides/slide2.xml" Id="R715ad65647d744db" /><Relationship Type="http://schemas.openxmlformats.org/officeDocument/2006/relationships/slide" Target="/ppt/slides/slide3.xml" Id="R1ce00ac8fb4c4e5c" /><Relationship Type="http://schemas.openxmlformats.org/officeDocument/2006/relationships/slide" Target="/ppt/slides/slide4.xml" Id="R6e8347c037ae4f60" /><Relationship Type="http://schemas.openxmlformats.org/officeDocument/2006/relationships/slide" Target="/ppt/slides/slide5.xml" Id="R3eb2b91ff0134f02" /><Relationship Type="http://schemas.openxmlformats.org/officeDocument/2006/relationships/slide" Target="/ppt/slides/slide6.xml" Id="R867f806ce5994bff" /><Relationship Type="http://schemas.openxmlformats.org/officeDocument/2006/relationships/slide" Target="/ppt/slides/slide7.xml" Id="R2582f8e02465444f" /><Relationship Type="http://schemas.openxmlformats.org/officeDocument/2006/relationships/slide" Target="/ppt/slides/slide8.xml" Id="R8f0587913c3d45b9" /><Relationship Type="http://schemas.openxmlformats.org/officeDocument/2006/relationships/slide" Target="/ppt/slides/slide9.xml" Id="R2edc4a94d4254aac" /><Relationship Type="http://schemas.openxmlformats.org/officeDocument/2006/relationships/slide" Target="/ppt/slides/slide10.xml" Id="Rc73bfe51d5284cf5" /><Relationship Type="http://schemas.openxmlformats.org/officeDocument/2006/relationships/slide" Target="/ppt/slides/slide11.xml" Id="R94c71f43f90448fc" /><Relationship Type="http://schemas.openxmlformats.org/officeDocument/2006/relationships/slide" Target="/ppt/slides/slide12.xml" Id="R6bf3f603c15b4baf" /><Relationship Type="http://schemas.openxmlformats.org/officeDocument/2006/relationships/slide" Target="/ppt/slides/slide13.xml" Id="Red3325b140e048bf" /><Relationship Type="http://schemas.openxmlformats.org/officeDocument/2006/relationships/slide" Target="/ppt/slides/slide14.xml" Id="R290c77c19823414a" /><Relationship Type="http://schemas.openxmlformats.org/officeDocument/2006/relationships/slide" Target="/ppt/slides/slide15.xml" Id="R50fb03e1aac34191" /><Relationship Type="http://schemas.openxmlformats.org/officeDocument/2006/relationships/slide" Target="/ppt/slides/slide16.xml" Id="R6b246d2327fc4695" /><Relationship Type="http://schemas.openxmlformats.org/officeDocument/2006/relationships/slide" Target="/ppt/slides/slide17.xml" Id="R8fdc3654d896435d" /><Relationship Type="http://schemas.openxmlformats.org/officeDocument/2006/relationships/slide" Target="/ppt/slides/slide18.xml" Id="Rffa623505afd45e4" /><Relationship Type="http://schemas.openxmlformats.org/officeDocument/2006/relationships/slide" Target="/ppt/slides/slide19.xml" Id="R5bcc6ca8b37e4925" /><Relationship Type="http://schemas.openxmlformats.org/officeDocument/2006/relationships/slide" Target="/ppt/slides/slide20.xml" Id="Rf0cef532c1e94bc3" /><Relationship Type="http://schemas.openxmlformats.org/officeDocument/2006/relationships/slide" Target="/ppt/slides/slide21.xml" Id="R64132b0651fe4490" /><Relationship Type="http://schemas.openxmlformats.org/officeDocument/2006/relationships/slide" Target="/ppt/slides/slide22.xml" Id="Rde9db81b92b549b8" /><Relationship Type="http://schemas.openxmlformats.org/officeDocument/2006/relationships/slide" Target="/ppt/slides/slide23.xml" Id="R3d8b0eee5c1a48b2" /><Relationship Type="http://schemas.openxmlformats.org/officeDocument/2006/relationships/slide" Target="/ppt/slides/slide24.xml" Id="R89bf6753e07c4444" /><Relationship Type="http://schemas.openxmlformats.org/officeDocument/2006/relationships/slide" Target="/ppt/slides/slide25.xml" Id="R3c9f95b7b27c4ba6" /><Relationship Type="http://schemas.openxmlformats.org/officeDocument/2006/relationships/slide" Target="/ppt/slides/slide26.xml" Id="R6ba5302922ab4915" /><Relationship Type="http://schemas.openxmlformats.org/officeDocument/2006/relationships/slide" Target="/ppt/slides/slide27.xml" Id="R0e060cb4cd164b13" /><Relationship Type="http://schemas.openxmlformats.org/officeDocument/2006/relationships/slide" Target="/ppt/slides/slide28.xml" Id="R5a65b8c4443e4ebd" /><Relationship Type="http://schemas.openxmlformats.org/officeDocument/2006/relationships/slide" Target="/ppt/slides/slide29.xml" Id="Rdf5f77d1561b4b58" /><Relationship Type="http://schemas.openxmlformats.org/officeDocument/2006/relationships/slide" Target="/ppt/slides/slide30.xml" Id="R289c749ba69c4004" /><Relationship Type="http://schemas.openxmlformats.org/officeDocument/2006/relationships/slide" Target="/ppt/slides/slide31.xml" Id="Rd922b5902d724ddf" /><Relationship Type="http://schemas.openxmlformats.org/officeDocument/2006/relationships/slide" Target="/ppt/slides/slide32.xml" Id="Re376159d8ac646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5a5d876a6a40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c5f4b251ab4301" /><Relationship Type="http://schemas.openxmlformats.org/officeDocument/2006/relationships/notesMaster" Target="/ppt/notesMasters/notesMaster1.xml" Id="R2ea3316964fc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5654993e964d26" /><Relationship Type="http://schemas.openxmlformats.org/officeDocument/2006/relationships/notesMaster" Target="/ppt/notesMasters/notesMaster1.xml" Id="Rf9779d28bf0748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69070ab6d04d3b" /><Relationship Type="http://schemas.openxmlformats.org/officeDocument/2006/relationships/notesMaster" Target="/ppt/notesMasters/notesMaster1.xml" Id="R7c4dc348072842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eca93055884d66" /><Relationship Type="http://schemas.openxmlformats.org/officeDocument/2006/relationships/notesMaster" Target="/ppt/notesMasters/notesMaster1.xml" Id="R7a8c1ebb4c5149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dbcf0fa81744de" /><Relationship Type="http://schemas.openxmlformats.org/officeDocument/2006/relationships/notesMaster" Target="/ppt/notesMasters/notesMaster1.xml" Id="R5f7d022b52a843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1a81ac28224c92" /><Relationship Type="http://schemas.openxmlformats.org/officeDocument/2006/relationships/notesMaster" Target="/ppt/notesMasters/notesMaster1.xml" Id="R311a13fd1c2b45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ceeb0dcef340fc" /><Relationship Type="http://schemas.openxmlformats.org/officeDocument/2006/relationships/notesMaster" Target="/ppt/notesMasters/notesMaster1.xml" Id="R9725fcfd239945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19274e47fa4d49" /><Relationship Type="http://schemas.openxmlformats.org/officeDocument/2006/relationships/notesMaster" Target="/ppt/notesMasters/notesMaster1.xml" Id="R5c3d052c772f48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f378f08deb45c7" /><Relationship Type="http://schemas.openxmlformats.org/officeDocument/2006/relationships/notesMaster" Target="/ppt/notesMasters/notesMaster1.xml" Id="R7a6dc9dff98144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4e1ae3ad374e5f" /><Relationship Type="http://schemas.openxmlformats.org/officeDocument/2006/relationships/notesMaster" Target="/ppt/notesMasters/notesMaster1.xml" Id="Re80b5cea902a4e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e9c6f5b48d4658" /><Relationship Type="http://schemas.openxmlformats.org/officeDocument/2006/relationships/notesMaster" Target="/ppt/notesMasters/notesMaster1.xml" Id="R6e50755c8b5b43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1193f47f944077" /><Relationship Type="http://schemas.openxmlformats.org/officeDocument/2006/relationships/notesMaster" Target="/ppt/notesMasters/notesMaster1.xml" Id="R79ad2f9ef43349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592b7c63cc4e1d" /><Relationship Type="http://schemas.openxmlformats.org/officeDocument/2006/relationships/notesMaster" Target="/ppt/notesMasters/notesMaster1.xml" Id="R9b7daf4249dd40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240b054b6e47b0" /><Relationship Type="http://schemas.openxmlformats.org/officeDocument/2006/relationships/notesMaster" Target="/ppt/notesMasters/notesMaster1.xml" Id="Rcf094e8572cb43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654546c2964f27" /><Relationship Type="http://schemas.openxmlformats.org/officeDocument/2006/relationships/notesMaster" Target="/ppt/notesMasters/notesMaster1.xml" Id="R22328e66a87d45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237815788742c1" /><Relationship Type="http://schemas.openxmlformats.org/officeDocument/2006/relationships/notesMaster" Target="/ppt/notesMasters/notesMaster1.xml" Id="Rfeeea4424ea14b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b393016aa14412" /><Relationship Type="http://schemas.openxmlformats.org/officeDocument/2006/relationships/notesMaster" Target="/ppt/notesMasters/notesMaster1.xml" Id="R5918a94d0fe64e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016f962fe14c3b" /><Relationship Type="http://schemas.openxmlformats.org/officeDocument/2006/relationships/notesMaster" Target="/ppt/notesMasters/notesMaster1.xml" Id="R5e7ce124482342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a39eb2024a4ed0" /><Relationship Type="http://schemas.openxmlformats.org/officeDocument/2006/relationships/notesMaster" Target="/ppt/notesMasters/notesMaster1.xml" Id="R53c50ffc20b44c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ae3a5f69a04b72" /><Relationship Type="http://schemas.openxmlformats.org/officeDocument/2006/relationships/notesMaster" Target="/ppt/notesMasters/notesMaster1.xml" Id="R538ea0ef64a14c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082d7acd644ae4" /><Relationship Type="http://schemas.openxmlformats.org/officeDocument/2006/relationships/notesMaster" Target="/ppt/notesMasters/notesMaster1.xml" Id="R9ee2533cd2814e7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8277deb30b4171" /><Relationship Type="http://schemas.openxmlformats.org/officeDocument/2006/relationships/notesMaster" Target="/ppt/notesMasters/notesMaster1.xml" Id="Rfb933937b6f94c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aea8d3bfd94a69" /><Relationship Type="http://schemas.openxmlformats.org/officeDocument/2006/relationships/notesMaster" Target="/ppt/notesMasters/notesMaster1.xml" Id="Rf40757e9f51e4ca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ddec930e5f749f8" /><Relationship Type="http://schemas.openxmlformats.org/officeDocument/2006/relationships/notesMaster" Target="/ppt/notesMasters/notesMaster1.xml" Id="R6d4f6f5bc33048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bc0883d4f34e00" /><Relationship Type="http://schemas.openxmlformats.org/officeDocument/2006/relationships/notesMaster" Target="/ppt/notesMasters/notesMaster1.xml" Id="R5747f2887f594c9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e4bd0daf004287" /><Relationship Type="http://schemas.openxmlformats.org/officeDocument/2006/relationships/notesMaster" Target="/ppt/notesMasters/notesMaster1.xml" Id="R9fdd4a31ddac4d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3bdf5ada33c481d" /><Relationship Type="http://schemas.openxmlformats.org/officeDocument/2006/relationships/notesMaster" Target="/ppt/notesMasters/notesMaster1.xml" Id="Rfa148f1555c1419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99e7f85362b4beb" /><Relationship Type="http://schemas.openxmlformats.org/officeDocument/2006/relationships/notesMaster" Target="/ppt/notesMasters/notesMaster1.xml" Id="R77bc15f073bf4d3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898854bb8a34f3e" /><Relationship Type="http://schemas.openxmlformats.org/officeDocument/2006/relationships/notesMaster" Target="/ppt/notesMasters/notesMaster1.xml" Id="Re9fae571945a448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e2e9706e736443f" /><Relationship Type="http://schemas.openxmlformats.org/officeDocument/2006/relationships/notesMaster" Target="/ppt/notesMasters/notesMaster1.xml" Id="Ra9514f7a295542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06ba8a2c58644e2" /><Relationship Type="http://schemas.openxmlformats.org/officeDocument/2006/relationships/notesMaster" Target="/ppt/notesMasters/notesMaster1.xml" Id="Rd4f70bfe4c9846f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711d2f62cea4423" /><Relationship Type="http://schemas.openxmlformats.org/officeDocument/2006/relationships/notesMaster" Target="/ppt/notesMasters/notesMaster1.xml" Id="R8972c113f9da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a918e2c8c44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2477663ab148bb" /><Relationship Type="http://schemas.openxmlformats.org/officeDocument/2006/relationships/slideLayout" Target="/ppt/slideLayouts/slideLayout1.xml" Id="R23cadfc6810248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cadfc6810248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a9f087a254def" /><Relationship Type="http://schemas.openxmlformats.org/officeDocument/2006/relationships/notesSlide" Target="/ppt/notesSlides/notesSlide1.xml" Id="Rde391c8170c140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de41a3d0946ca" /><Relationship Type="http://schemas.openxmlformats.org/officeDocument/2006/relationships/notesSlide" Target="/ppt/notesSlides/notesSlide2.xml" Id="Ra87383adf58f42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91e7568da413b" /><Relationship Type="http://schemas.openxmlformats.org/officeDocument/2006/relationships/notesSlide" Target="/ppt/notesSlides/notesSlide3.xml" Id="R99511ef42ffa43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51c82191f4d62" /><Relationship Type="http://schemas.openxmlformats.org/officeDocument/2006/relationships/notesSlide" Target="/ppt/notesSlides/notesSlide4.xml" Id="R99e93136ae2445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ba4b933c549cc" /><Relationship Type="http://schemas.openxmlformats.org/officeDocument/2006/relationships/notesSlide" Target="/ppt/notesSlides/notesSlide5.xml" Id="R694ef8b2962945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7cf51465d4202" /><Relationship Type="http://schemas.openxmlformats.org/officeDocument/2006/relationships/notesSlide" Target="/ppt/notesSlides/notesSlide6.xml" Id="R28515a058d1842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c85f205ec4815" /><Relationship Type="http://schemas.openxmlformats.org/officeDocument/2006/relationships/notesSlide" Target="/ppt/notesSlides/notesSlide7.xml" Id="R2b50c084c37140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bc6b04b62412a" /><Relationship Type="http://schemas.openxmlformats.org/officeDocument/2006/relationships/notesSlide" Target="/ppt/notesSlides/notesSlide8.xml" Id="R04d43608acec4f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7e1ba6d2449a8" /><Relationship Type="http://schemas.openxmlformats.org/officeDocument/2006/relationships/notesSlide" Target="/ppt/notesSlides/notesSlide9.xml" Id="R4d703c3864dd41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18b130533463e" /><Relationship Type="http://schemas.openxmlformats.org/officeDocument/2006/relationships/notesSlide" Target="/ppt/notesSlides/notesSlide10.xml" Id="R3709fbdccdfc41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c8c04657f4bd4" /><Relationship Type="http://schemas.openxmlformats.org/officeDocument/2006/relationships/notesSlide" Target="/ppt/notesSlides/notesSlide11.xml" Id="Rf4f808a0fc9e41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beaa2ae364ded" /><Relationship Type="http://schemas.openxmlformats.org/officeDocument/2006/relationships/notesSlide" Target="/ppt/notesSlides/notesSlide12.xml" Id="R945ade07332c41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fe9018ae64580" /><Relationship Type="http://schemas.openxmlformats.org/officeDocument/2006/relationships/notesSlide" Target="/ppt/notesSlides/notesSlide13.xml" Id="R081566d1d98745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033ebd2c74c45" /><Relationship Type="http://schemas.openxmlformats.org/officeDocument/2006/relationships/notesSlide" Target="/ppt/notesSlides/notesSlide14.xml" Id="Rf15b2a69e4984b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1846e5391486f" /><Relationship Type="http://schemas.openxmlformats.org/officeDocument/2006/relationships/notesSlide" Target="/ppt/notesSlides/notesSlide15.xml" Id="R1c5a02cc6f0b4a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3772a3e9f4625" /><Relationship Type="http://schemas.openxmlformats.org/officeDocument/2006/relationships/notesSlide" Target="/ppt/notesSlides/notesSlide16.xml" Id="R81de7507ac1b40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c6b4aae7848ce" /><Relationship Type="http://schemas.openxmlformats.org/officeDocument/2006/relationships/notesSlide" Target="/ppt/notesSlides/notesSlide17.xml" Id="R4ffa6774206a42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5cf4a61b24d13" /><Relationship Type="http://schemas.openxmlformats.org/officeDocument/2006/relationships/notesSlide" Target="/ppt/notesSlides/notesSlide18.xml" Id="Rf65ad8b049dd40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04e3b0aea48e6" /><Relationship Type="http://schemas.openxmlformats.org/officeDocument/2006/relationships/notesSlide" Target="/ppt/notesSlides/notesSlide19.xml" Id="Rb666ad7781c549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a03977853415f" /><Relationship Type="http://schemas.openxmlformats.org/officeDocument/2006/relationships/notesSlide" Target="/ppt/notesSlides/notesSlide20.xml" Id="Rc0a69097a60543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5747d7e1d4d44" /><Relationship Type="http://schemas.openxmlformats.org/officeDocument/2006/relationships/notesSlide" Target="/ppt/notesSlides/notesSlide21.xml" Id="R7f42308c4fd54b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e1f5daf2b4cd1" /><Relationship Type="http://schemas.openxmlformats.org/officeDocument/2006/relationships/notesSlide" Target="/ppt/notesSlides/notesSlide22.xml" Id="Rcedbd583c5db4c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ada0b7d4e4544" /><Relationship Type="http://schemas.openxmlformats.org/officeDocument/2006/relationships/notesSlide" Target="/ppt/notesSlides/notesSlide23.xml" Id="R0c66916d7091426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f1d81e0d54a37" /><Relationship Type="http://schemas.openxmlformats.org/officeDocument/2006/relationships/notesSlide" Target="/ppt/notesSlides/notesSlide24.xml" Id="Ra230e815687d4c2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7b9fce9634eb8" /><Relationship Type="http://schemas.openxmlformats.org/officeDocument/2006/relationships/notesSlide" Target="/ppt/notesSlides/notesSlide25.xml" Id="R4ccd81e3f4fa421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b441572f94d78" /><Relationship Type="http://schemas.openxmlformats.org/officeDocument/2006/relationships/notesSlide" Target="/ppt/notesSlides/notesSlide26.xml" Id="R92c815354e8d48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f908fefb94caa" /><Relationship Type="http://schemas.openxmlformats.org/officeDocument/2006/relationships/notesSlide" Target="/ppt/notesSlides/notesSlide27.xml" Id="Rfc5cfefe59f641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a82e953394728" /><Relationship Type="http://schemas.openxmlformats.org/officeDocument/2006/relationships/notesSlide" Target="/ppt/notesSlides/notesSlide28.xml" Id="Rbf44034bf60a42c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568dcc4174e40" /><Relationship Type="http://schemas.openxmlformats.org/officeDocument/2006/relationships/notesSlide" Target="/ppt/notesSlides/notesSlide29.xml" Id="R91fdcf800e6844c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864f5fba64846" /><Relationship Type="http://schemas.openxmlformats.org/officeDocument/2006/relationships/notesSlide" Target="/ppt/notesSlides/notesSlide30.xml" Id="R520122ccb85e4d0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64dc7b3a24c69" /><Relationship Type="http://schemas.openxmlformats.org/officeDocument/2006/relationships/notesSlide" Target="/ppt/notesSlides/notesSlide31.xml" Id="R27b2d1f254c84a5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cda7f735f4163" /><Relationship Type="http://schemas.openxmlformats.org/officeDocument/2006/relationships/notesSlide" Target="/ppt/notesSlides/notesSlide32.xml" Id="R88dd37590e884a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33688E-FB1D-4AB3-8568-10D46657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5BFD2-FCAE-4197-9617-10B1CAE1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27B22-A05C-4F66-A959-1CF90461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14288">
            <a:solidFill>
              <a:srgbClr val="FFFFFF">
                <a:alpha val="3137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0E4A9-ACF3-47C8-9F4F-ECCFD7CD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2382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3AFEE-9C10-4D25-9898-008DF71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859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7F09A-3824-40E7-9176-261B8DCA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1336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5BB7B-273D-48E2-93A5-B985BC7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813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27645-7EBE-41F6-93D9-0273C769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289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FE42F-9460-46E0-857F-857EE50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717C6-D6F4-4F3C-BFA7-B2F7DF8C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336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693E8-E869-4B32-B75C-12B9E0C9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813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organization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91E29-B67C-4281-AFCB-1A231900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336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D2A98-E1F6-4E29-9878-0A5AFF59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76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HSI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B4837-41BA-40F3-858C-118506F0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Human-System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FFE3B-1542-4336-A851-0C715C35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7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7EA"/>
                </a:solidFill>
                <a:latin typeface="Aptos"/>
                <a:ea typeface="Aptos"/>
                <a:cs typeface="Aptos"/>
              </a:rPr>
              <a:t>Jak projektować systemy, w których człowiek, organizacja, sprzęt i software działają jako jedna całość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1F1DC-1541-4797-95F9-5901EFB1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95800"/>
            <a:ext cx="361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5119B-9264-4EF8-A3BF-F854B19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D0D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D0D5"/>
                </a:solidFill>
                <a:latin typeface="Aptos"/>
                <a:ea typeface="Aptos"/>
                <a:cs typeface="Aptos"/>
              </a:rPr>
              <a:t>Na podstawie raportu National Research Council, Human-System Integration in the System Development Process: A New Look (2007).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05692-7488-4FBC-882A-D3FA55CF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D6DEE3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11532-4D6D-43E5-AD0B-2B3CD25F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DEE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01722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ED3F40-DC5A-450E-A4C7-88B36F3F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1671902-6C6D-4BEF-A10B-7762412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C0FD54-11BD-4E2E-AA40-77362FD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07F1D-850F-4AD7-B12C-0AD0BD2B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HSI nie jest dodatkiem UX; jest mechanizmem redukcji ryzyka systemowego.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81735-5110-4CAE-B298-9B1FD77A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41A17-E875-4655-8E50-65C9BA64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Wczesne wejście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DC951-1671-4D9B-A0FF-3237FDAF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8AAC9-723B-4038-96FF-46018BC1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Informacje o użytkownikach, pracy i ograniczeniach ludzi muszą trafiać do decyzji projektowych od początku.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E331D-7834-4037-A059-889AE763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C8D1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D2298-8355-4ED1-B6E1-AC624061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Integracja domen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7175B-4D3C-44D5-B5CF-608B56EA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84B70-2B6A-4DB7-8BA3-6878D5E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DEE3"/>
                </a:solidFill>
                <a:latin typeface="Aptos"/>
                <a:ea typeface="Aptos"/>
                <a:cs typeface="Aptos"/>
              </a:rPr>
              <a:t>Manpower, personnel, training, human factors, safety, health i survivability są współzależne.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816DC-7E91-4E14-B8E6-30728CDA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ED3E7-3326-4480-8970-FDCDD0DA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Dowody do decyzji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DBA34-F250-43D9-B31E-723329AD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36D25-35BA-4C14-8CA3-1539E2FB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Metody HSI powinny wytwarzać dane i reprezentacje, które pomagają wybierać między alternatywami.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EACC7-7C46-49E1-AFFC-ABEFF21E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F66D2-2278-4EB2-BB89-3A8CBA1B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21790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23792A-7ED8-4AAD-8671-3450BB0E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76856F-1179-41D4-8F82-BF2D3E1A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71E1CB-AA87-47D8-A377-5ADE1EE7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3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3E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C8B14-B453-41E0-AC09-0F3467ED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Systemy zawodzą, gdy człowiek pojawia się dopiero na końcu projektu.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AA5BA-AA50-4FD2-9E1E-6693B4D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65F14-8D8D-4E96-A504-A414B41D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E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EF0"/>
                </a:solidFill>
                <a:latin typeface="Aptos"/>
                <a:ea typeface="Aptos"/>
                <a:cs typeface="Aptos"/>
              </a:rPr>
              <a:t>Wymagania ludzkie bywają pomijane, bo są mniej widoczne niż wymagania sprzętu i software'u.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9F4CB-D7C6-4F64-8108-2FCC6445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53ABD-86E6-4FBF-A0B4-7D7CC787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E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EF0"/>
                </a:solidFill>
                <a:latin typeface="Aptos"/>
                <a:ea typeface="Aptos"/>
                <a:cs typeface="Aptos"/>
              </a:rPr>
              <a:t>Ryzyka HSI ujawniają się często dopiero po wdrożeniu: niska użyteczność, błędy, stres, koszty operacyjne.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2CD44-B5E7-42DE-9DF2-8C04AF45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7740A-9C97-4C94-BA8A-CFB4F244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E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EF0"/>
                </a:solidFill>
                <a:latin typeface="Aptos"/>
                <a:ea typeface="Aptos"/>
                <a:cs typeface="Aptos"/>
              </a:rPr>
              <a:t>Późne poprawki są droższe niż wczesne rozpoznanie ograniczeń i potrzeb użytkowników.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D8660-524E-4880-A9B1-B18AA34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F684F-0C31-49F3-B9EE-E4806164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underuse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88D21-F097-4C9E-99F4-6778FBDB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BF565-CD13-41B7-99D6-85BFA0A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AA51C-8737-49EE-8ACA-59A8000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FF712-FB9E-42D4-A4CC-F2508656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 workload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9C545-AC7A-4E76-9603-08153160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18AB8-6124-4A00-8443-8EE14E15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67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 redesign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D97CF-925F-4D05-9656-48FF2EA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D6DEE3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7C7FC-2837-4547-A4B4-F7BCB5E8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DEE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43956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AD94C-763A-4455-8585-DB377B7D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6CDBED9-A99A-423C-AC21-0E3015A1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6EB7E8-FAA0-4837-9C96-230AAEE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DEFINICJA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5733C-22AD-40E9-BB97-F961D162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HSI zapewnia, że cechy ludzi są uwzględniane przez cały cykl życia systemu.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4E9B7-9481-44B9-BC61-DFE4C83D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2F1B7-0987-487C-8AB4-EDD684C8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dotyczy użytkowników, operatorów, zespołów i interesariuszy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493A6-8C9E-4C2D-B1D9-F197CAE7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70265-93D0-4873-B7AA-2F9DC73C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obejmuje pracę, szkolenie, zdrowie, bezpieczeństwo i organizację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88C6D-F034-4E29-9575-91089AD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D124F-53C3-4AE8-9D58-C7905DEF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projektuje także sam proces projektowania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40AD6-AE78-42A5-8D1C-A43B357B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615E3-B16D-489B-9471-BB0820F6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Human-system integration jest zbiorem działań projektowych, które mają sprawić, że potrzeby, możliwości i ograniczenia ludzi są rozpatrywane razem z innymi decyzjami inżynierskimi.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9A180-1E39-474A-99FB-004A4F70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178A4-082A-4675-9BE9-E3EA1EF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28875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dotyczy użytkowników, operatorów, zespołów i interesariuszy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75224-21DF-48C1-A61E-F0734121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3BEB5-1CF1-4977-8D25-CFFEB82D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38475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obejmuje pracę, szkolenie, zdrowie, bezpieczeństwo i organizację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230E7-5139-4458-8CF8-28117CCC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24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D396E-1971-453D-8B57-79AD1BE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48075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projektuje także sam proces projektowania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10043-80D4-409C-8103-9A8791BF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D897C-03E4-4D95-901D-0902E6FD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7621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2CC71-58D1-4C42-BE87-1CBF250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27E7791-988B-4D9A-9D28-B106DDB9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1CCC19-B740-4AEE-A330-F04D1A8A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DOMENY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BCB09-AB50-4E0F-BFF5-A856B03B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HSI łączy wiele domen, które w praktyce silnie się ograniczają.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03652-724E-4CBC-BD65-1271577D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3845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31B90-11F7-44DB-88FD-EB038EDE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B33FD-11C2-4BE0-BBE1-F492137B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144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8EED8-6E0A-487C-BA6D-6F432DD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371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Manpower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C6D3C-3C3B-4A65-9566-FEAE59A1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92" y="1995839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E3B9D-5C92-4CC0-BCD6-B34805F8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92" y="2052989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4E370-235B-4EA0-BF8B-06BE5484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242" y="3526907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24C0A-EE1D-484C-BAB7-FA9C3C72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542" y="3584057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C722E-C9AE-4017-9CE5-A866ABE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605" y="4754728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3D6D1-F534-43E0-B8C4-AA32ABDD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905" y="4811878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factors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7016A-2590-497D-A8A0-3D95D878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95" y="4754728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F72EB-9EBD-43F4-8B5A-89B0D06D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295" y="4811878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98948-827D-47E3-A776-0AE51B1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358" y="3526907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FC3BA-D577-47CA-90B8-D1F392C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658" y="3584057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73DAA-F05B-436A-8962-85391950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08" y="1995839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E3385-6289-4C88-BD47-5335BCD8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08" y="2052989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3752D-2D56-497E-84BD-A421CC2F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69ADD-9786-4046-8B69-7FD93C2A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88347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49B5F2-2767-4890-A2A2-A90DC69D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BD4BAF-E16E-4AFC-A37E-FE44765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6C23FA-CA1B-4E9F-B8EB-DA8FD224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PERSPEKTYWA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04F62-F434-4010-9FD6-74073265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Dojrzałe HSI przesuwa pytanie z interfejsu na cały system pracy.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E1C8F-E18D-4F17-BE0F-6946057D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33A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33A3A"/>
                </a:solidFill>
                <a:latin typeface="Aptos"/>
                <a:ea typeface="Aptos"/>
                <a:cs typeface="Aptos"/>
              </a:rPr>
              <a:t>Wąsko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63992-A718-46EE-8D69-2D1B97FE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37FA3-1C2B-4EBB-B51E-78880D7C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ekran i kontrolki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B23A7-6B6D-462D-89CB-5B2CDC11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858D0-CD7D-4F60-A258-F9193E6B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test na końcu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AF220-2D6C-4127-8338-BBDC11DD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FEB7D-D870-4FFD-AC96-9DC63A9D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człowiek jako źródło błędu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46F00-14D2-4AD2-B9CF-6D1612B7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CF08C-EB31-4A92-B319-0F585891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wymagania jako dokument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581FA-D15A-4B88-8AB1-C48039A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Systemowo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1C9FC-C8DE-46E8-B1CA-7C530D2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7316F-CA8D-4EAA-B624-518681EB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zadania, role i środowisko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4D128-7E24-4B7E-AC47-5FAFC234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F353C-16C5-4A0F-B272-247D4927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analizy w każdej fazie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83F08-7F21-4ED8-8DF5-257E0603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91755-2C72-47AE-A10B-B6CB1039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43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człowiek jako źródło odporności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F8673-35B3-4E2E-9434-CF6AEC76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73CF6-7D6C-4D41-921C-D6696F4E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wymagania jako żywa umowa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9BAD6-6CDA-4BC7-BEEB-88E185D0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4288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E13D5-8465-444C-8F15-4B9E037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523BD9-07F6-48D4-A6D0-04353FFA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043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4D610-F07D-49BE-8644-BE3DC3F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BA31D19-270E-4B46-98DF-C5E64ADB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87B873-944F-43F9-BF84-1544CEBE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A43CF-B0DE-4460-B161-A8B455DB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Incremental Commitment Model daje HSI ramę do pracy iteracyjnej i ryzykowej.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567B5-D0C6-4EA7-A095-2A0B46FF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678C5-E9F6-4CB4-82D4-4E6DEB98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E4239-45AC-4A99-AF12-7FA5EBEF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24250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satysfakcjonowanie interesariuszy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2BEAE-D021-4859-ADC1-68FCD647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B6E31-D580-476E-B428-B32736CF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C70D2-39BF-429B-965A-40DEFEFC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24250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przyrost definicji systemu i zobowiązań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DF6DF-4BA9-4C06-95B1-F8B44BF7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83563-E31B-44BE-9F03-5A1EABC5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3CFA4-9B4D-4522-8728-4829356D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24250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równoległe definiowanie i rozwój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7D882-EDDD-4149-BD58-EA72A3C0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7CF89-3066-4488-9731-1FE5CF08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EB03D-1C15-42F6-B9D0-CA244859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524250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iteracyjne definiowanie i rozwój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A9BA5-B6AC-4C61-A100-5FF8FA8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8C8D5-8212-4DE7-B35E-554EEE2E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154E9-B94F-4A17-A3AD-AF6EA15D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24250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zarządzanie ryzykiem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2DB62-09D4-4ECF-9602-04D1D7C3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B7CD1-1F90-4973-B9FD-1AB8A7DD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85156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336CA1-0148-442E-A4E3-B90DFA5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D374480-8749-4F04-8757-14D45A30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DBC9A0D-8211-44E2-9BFF-E295AD3F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RYZYKO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14BF6-90CE-4E1C-9A97-AC609BF3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Ryzyka HSI muszą mieć taką samą wagę jak ryzyka techniczne.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94F56-C204-4DCA-B800-CCFB8C0B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3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5F682-90FE-451F-8C82-383473C9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C33A6-BE5E-40DC-9687-6461076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Techniczne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CC15F-E325-4912-AA64-D22A9DFD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funkcja nie spełni specyfikacji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55A21-7EF8-4804-A5D7-AAC3C6F0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B1083-4DBA-4F3F-9558-EB47954C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F6C0E-5944-4616-8679-C393E5F4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Programowe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77E30-4375-42F3-ACC5-EE7320F8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koszt i harmonogram wymuszają skróty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B8CC3-DB38-41FB-8205-BFAD6114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3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50B19-46F3-4760-BF23-A478E6BF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FDAFA-FF76-426A-AEBE-63308912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43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3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33A3A"/>
                </a:solidFill>
                <a:latin typeface="Aptos"/>
                <a:ea typeface="Aptos"/>
                <a:cs typeface="Aptos"/>
              </a:rPr>
              <a:t>HSI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893AA-D629-4553-9B63-C283B4AC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system będzie trudny, niebezpieczny lub kosztowny w użyciu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3E59F-CB04-471F-810F-D4E25005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C7390-B8FF-49A1-8E0B-27DF0759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36669-B515-4094-A9A2-9FBCDF1B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24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Operacyjne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106B9-854A-4952-AB88-128FC62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błędy, odrzucenie produktu, szkody, brak sprzedaży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BCC11-CBE6-42B4-A852-304BF212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107FC-8A05-4249-B8A3-AAA8DC8E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40219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83D8E-AB74-4E64-9A11-4B8F2FE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C03608-D32E-496D-AAE7-BDB1DDBA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93E3C5F-D30F-4F97-8EB7-B03D38AA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METODY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11375-7C73-4F87-8639-18CD4AF1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Raport wyróżnia trzy główne klasy metod HSI.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792AF-80B6-4222-BC9D-482DA66F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27D49-50B6-4979-B3E9-72E950FB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86025"/>
            <a:ext cx="28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74113-98F2-473B-BCDA-A57E57EE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431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Definiowanie okazji i kontekstu użycia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C4BB-9FFC-4FE8-B86C-488E1245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051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kto używa systemu, po co, w jakim środowisku i organizacji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C1385-27DD-4A54-AB96-9AE43327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A40A3-3058-4983-A42B-C736F99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28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28039-9BFB-4D54-AE59-D9B6BC13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099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Definiowanie wymagań i rozwiązań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D654C-E504-4EA5-9CF1-55B072E6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719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jak przełożyć wiedzę o pracy na wymagania, architekturę i alokację funkcji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7103D-7F0D-4894-8B78-A0E8CBB1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7EE52-7D37-4AFB-BD56-69C23E44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28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7E81D-36C9-4104-8D8A-5669CA46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767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Ewaluacja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B411A-D4EC-47CA-86AF-877788B7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czy rozwiązanie spełnia potrzeby użytkowników, zadań i środowiska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F04A2-8D87-4C86-BFEB-6FB7B386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5D430-92AD-4ED0-97D7-1A2C416F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47566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01D7D-EC96-43FF-B5D8-83CA4D2E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D81AE2-E441-4CED-87CD-E393CDB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798084-EE70-4757-86A8-630D719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CYKL ŻYCIA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E5C21-43C0-4208-8880-28D9C6DA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Aktywność HSI zmienia intensywność, ale nie znika po fazie koncepcji.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70FB1-14CC-4D98-BF81-22530C0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257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AB972-E6F3-4368-854A-2A86F617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okazje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5D503-F49E-4ACD-BFF1-9B0862CE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1257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A33A6-A542-4C86-A4D3-A4CE461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19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zakres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FD49A-8398-4CDE-BBE6-78CD79D1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1257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D9401-BFC5-4B10-87EE-D60CA380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19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wymagania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A9421-CCCC-4349-A1AE-A63BFA27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1257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E9902-9261-4B1A-A719-FC9D9AC0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19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architektura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736B0-658F-4538-810B-906B1979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1257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56C8B-2AD4-4807-B1A8-86CCC05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19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ewaluacja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8B73D-18E7-4E5A-9BD0-CE9725B4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43275"/>
            <a:ext cx="1257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D20B4-7EE6-434B-8A37-1A66F27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219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operacje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7A228-EC93-4D86-8D47-5A0E5354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Najwięcej wysiłku jest wcześnie, ale obserwacja, feedback i korekty trwają aż do operacji.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D4EC0-5C8A-4916-A632-617F6B7B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8722F-CD76-4AD8-9F3D-5C0A621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04928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662EC-DB8D-4A8C-A219-ABD43E97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7E13B4-8E29-435C-AA5B-92797AB6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AA7EDE-8200-44CD-B5AE-1F9B78E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KONTEKST UŻYCIA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A8BDD-653A-4AFB-9D86-6E7A9676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Pierwsza praca HSI to zrozumieć realny system pracy, zanim powstanie rozwiązanie.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7C3FD-D3C1-4724-BC9F-E4D11606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46537-4834-415F-8708-3596287A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field observations i etnografia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791F7-83FF-42D5-96A4-D74CE4AF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E3ACB-3C9B-4BA9-819F-6F15EC17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analiza organizacyjna i środowiskowa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97089-2532-460F-A263-26D1CDC2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8ED7F-2D9E-4FC3-AE66-49E01F9D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contextual inquiry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BCA03-DB0A-4660-8030-0707FA4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33EB9-98C8-424F-9542-317FA509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analiza zadań i pracy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A2714-05D0-4771-AA55-70737D15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198CB-9477-4364-8E2C-55ECC450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identyfikacja interesariuszy krytycznych dla sukcesu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B2B6A-8D07-4519-85DD-939D354D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C1B8F-952D-4726-9244-EE2615C4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13716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66F204-93FA-41D2-9DC6-C8E0FD39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AEC41E2-C497-48F5-8720-9325A1EC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30754C-2747-4B24-BAB3-A02F2B44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INTERESARIUSZE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26F2F-0A5B-4259-82AB-EB1B786A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HSI działa tylko wtedy, gdy głosy użytkowników, zespołów i decydentów są widoczne w decyzjach.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98452-3391-49C4-917E-A9B8562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0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C4EE8-F974-405F-8C00-9F6D5D8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38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użytkownicy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FAA9B-3358-412E-81D2-960C64B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03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33C21-74DC-499C-AD38-E656986C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38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operatorzy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57A4D-CA4B-4E42-899A-51CAD5EF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0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AC997-1B60-4BB1-8A55-3BC3C5CA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utrzymanie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25EE0-2C53-4ACB-8F66-514957B6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003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88092-599B-453E-A0CE-E732C87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38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szkolenie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A0F72-D71C-44F6-A0EF-3680B3A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0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0B118-C3B9-402C-8CD3-84D3415F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menedżerowie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5C416-726B-46C5-A640-E17D6365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14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7E59A-B914-487E-846B-56AD11AD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528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inżynierowie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342BF-85C7-4D9B-8C42-EF280699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14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0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6D6C1-3527-4ED6-9671-17F55A31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528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regulatorzy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AAEE3-A74E-4D93-99D2-2B6CED34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714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29991-8820-416D-AA88-49A6AB37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528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klienci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46E62-BCBE-421D-8BEE-CFE4F6D5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950C8-302A-477B-ABA8-08EF11C4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02561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6EBA0-A4CF-4B7D-A0C7-E023E90B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D404A5F-7B88-4135-897A-20E3EE99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7FBF5C-4EAA-4F8C-82FD-88651B27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WYMAGANIA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70598-4364-499A-AC23-906ADFD6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Dobre wymagania HSI są mierzalne i osadzone w kontekście użycia.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607C6-6A08-4773-8D38-CDEE2221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DFD65-D2BF-4A19-B4B2-AB876D3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cele użytkownika i organizacji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463B3-F181-4F3E-9406-4A15345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61789-3AF5-4EE5-AE63-63D42A1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granice kontekstu użycia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F82B7-3AD0-447A-B74D-D15A1D68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D99DB-FB84-409E-8E69-3C0A408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wymagania infrastruktury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94D64-6CC5-4ACA-A25F-0F2430FC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68B14-C52B-41F1-A688-8D341D91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kryteria użyteczności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56830-1571-4946-8E3A-632A0BE3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E6BDD-5B4C-4897-9EFB-7C9F432C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potrzeby szkoleniowe i staffingowe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5D4B5-45D3-45C4-86A6-91024570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61ACE-396C-4D92-8B91-4B93E67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335145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EFEC0-D6E9-45F2-92B2-701D7D9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733A62-9FA0-494E-ACB9-057B7029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B05842-266C-4DBB-9254-2255D600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ARCHITEKTURA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6596F-D99F-4EB5-86F4-6BD2113B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Alokacja funkcji to decyzja o tym, co najlepiej robi człowiek, maszyna i organizacja.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44CCA-A1B2-4CE2-8D49-B933F6E0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73E81-C7FB-4C0C-B311-ECAA2366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76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Człowiek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94F3C-9DAF-4D06-B47F-92F3C9DB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480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EF6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6F6"/>
                </a:solidFill>
                <a:latin typeface="Aptos"/>
                <a:ea typeface="Aptos"/>
                <a:cs typeface="Aptos"/>
              </a:rPr>
              <a:t>adaptacja, ocena sytuacji, praca w niejednoznaczności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D3556-3EAA-43F3-97C8-1E0ED7E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21614-2B30-4A33-ABD8-912105EE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Maszyna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3C919-EE40-4385-B7EF-95475DC5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480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EF6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6F6"/>
                </a:solidFill>
                <a:latin typeface="Aptos"/>
                <a:ea typeface="Aptos"/>
                <a:cs typeface="Aptos"/>
              </a:rPr>
              <a:t>obliczenia, powtarzalność, monitoring dużych wolumenów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D2E59-8112-4750-A763-6454C135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75A48-EAAD-4EAB-BC2B-C38AF62F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Organizacja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8478D-DCC1-4217-9039-4A0A2E1A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EF6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F6F6"/>
                </a:solidFill>
                <a:latin typeface="Aptos"/>
                <a:ea typeface="Aptos"/>
                <a:cs typeface="Aptos"/>
              </a:rPr>
              <a:t>procedury, odpowiedzialność, koordynacja i zasoby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AF65C-FC17-4952-9881-390161E4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04E59-0FF4-49FE-95C2-E03281B9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072052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18A7FD-32F2-4923-9A58-4D429DFF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C89AFA-D784-4A31-8880-DE71910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66A589-63A6-4DBE-92F0-51BD346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EWALUACJA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90E03-9340-44C6-8113-F30743BC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Ewaluacja HSI ma napędzać redesign, a nie tylko zatwierdzić produkt.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83B3D-A5B7-486C-90FA-DAD8C1D2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DBCFF-5D67-4E6D-B81B-D64AAEB3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zaplanuj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42036-A1EF-4FF5-8828-C45C8E4A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7E8D4-6926-44FA-9D1D-4BE14C36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956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zbierz dane użytkowników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32164-F4BB-4578-AE5E-336793A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941E8-7FA7-48A0-9B0F-E3CDECC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956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porównaj z wymaganiami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693A1-A602-4B62-86E7-CC9935C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38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097E5-B0DA-4B0B-AD32-12E4EA58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zrewiduj projekt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0BC18-78DF-4DB2-ADF9-E17A90C7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B6E5E-CC33-4046-914B-B80252D0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sprawdź ponownie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D2B36-7533-4E64-AD8E-CA5E50F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E0342-714F-4D22-AD0D-D0632E34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19A88-68AD-46DB-A265-FEABCE0C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620CB-3ED9-41F1-997B-AD364E3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06B1E-7E83-4F28-A542-4117843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ED331-75C9-4FB4-B220-807803C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251883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E77C1-A612-4885-8CD1-D11452F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9B80D2-5A9A-48A1-B2DC-BC3956F3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B69BC4-9333-44D0-A149-DE6AEA82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3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3E5"/>
                </a:solidFill>
                <a:latin typeface="Aptos"/>
                <a:ea typeface="Aptos"/>
                <a:cs typeface="Aptos"/>
              </a:rPr>
              <a:t>SHARED REPRESENTATIONS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4F57B-D9D1-4737-8A5D-FA1ACE30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Shared representations są medium współpracy między domenami.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13EDF-6F21-44F6-9F16-9EF04AE9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590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artefakty lub doświadczenia, które pośredniczą w rozmowie ludzi z różnych ról, języków i interesów.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20EBF-A85D-4B30-81AC-6CDF04E8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0C570-2740-4EA1-B83B-CC848035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1724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2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3"/>
                </a:solidFill>
                <a:latin typeface="Aptos"/>
                <a:ea typeface="Aptos"/>
                <a:cs typeface="Aptos"/>
              </a:rPr>
              <a:t>mapy terytorium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3C408-5221-47E2-A6FC-B0B975C9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021DE-BACA-4842-9ADE-8CD0B895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14775"/>
            <a:ext cx="1724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2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3"/>
                </a:solidFill>
                <a:latin typeface="Aptos"/>
                <a:ea typeface="Aptos"/>
                <a:cs typeface="Aptos"/>
              </a:rPr>
              <a:t>modele pracy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C69E9-2230-428A-8A9F-882876AB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73793-ECB1-4AA1-9A31-5F36554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14775"/>
            <a:ext cx="1724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2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3"/>
                </a:solidFill>
                <a:latin typeface="Aptos"/>
                <a:ea typeface="Aptos"/>
                <a:cs typeface="Aptos"/>
              </a:rPr>
              <a:t>prototypy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6A43D-3C41-4145-B461-369927C4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874AD-15F0-4168-9316-9051D064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1724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2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3"/>
                </a:solidFill>
                <a:latin typeface="Aptos"/>
                <a:ea typeface="Aptos"/>
                <a:cs typeface="Aptos"/>
              </a:rPr>
              <a:t>scenariusze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8515D-6FC6-4E81-99EE-95E4297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79119-5A90-49E4-9FD1-3B90E3BF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33900"/>
            <a:ext cx="1724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2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3"/>
                </a:solidFill>
                <a:latin typeface="Aptos"/>
                <a:ea typeface="Aptos"/>
                <a:cs typeface="Aptos"/>
              </a:rPr>
              <a:t>persony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D39C6-8516-449B-A930-2ED3D104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767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7C038-7617-43BF-8303-CB3766EE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1724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2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3"/>
                </a:solidFill>
                <a:latin typeface="Aptos"/>
                <a:ea typeface="Aptos"/>
                <a:cs typeface="Aptos"/>
              </a:rPr>
              <a:t>symulacje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9827F-5EDA-4F36-A8F8-FD49DAE4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D6DEE3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AD6D1-C733-4EAB-8333-9315E3F9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DEE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841575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10634-7DDC-427C-B29C-6B3E3CF7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49F421-FBA6-4404-9658-5AB52C3C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57F0681-2CB1-4B75-AF0B-E00B9CC5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KOMUNIKACJA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634C1-D961-42BB-857F-55EAD826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Samo spotkanie i notatki nie wystarczają do zbudowania wspólnego zrozumienia.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F2092-716C-437B-A969-1A4C0041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11991-8EF3-4516-8C5E-E8DAACCA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różne zespoły interpretują cele przez własny język i praktyki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48E82-8706-4430-91F0-48AE4BB4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A269F-DA66-4700-B9D6-27DE83AD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reprezentacje ujawniają założenia oraz sporne relacje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48991-C627-475F-82A3-F736ECD2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CF921-B322-4DFA-A3F0-30348A66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model pozwala negocjować znaczenie przed kosztowną implementacją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16355-4183-40A5-8C58-D418A1F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72686-D276-4FC0-9CA5-EDA9DCAE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8763940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2A07A-E203-4E1A-A266-79D64717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1E3AF20-826F-4CE0-B04B-29FC29B9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2374BF-7097-4171-A904-E7BA9A01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JAKOŚĆ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58F57-6252-4AE5-A108-3A3ED4A1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Dobra reprezentacja wspólna ma język, strukturę i odpowiedni poziom niedookreślenia.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AA6A7-F265-41F9-A88A-BF821447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005E6-CDAC-4569-8B2D-38E8103B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193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wspólny język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5ACE5-D8B9-469F-AE32-5F48598D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29F5C-1DC1-42DE-A062-E4D7EE77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dobrana niejednoznaczność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AC3FD-7212-4B0C-AE69-4E6F1B76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D6F7F-EC9C-460B-83D1-E00419A2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wspiera proces społeczny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25E09-C1DE-43EF-A087-A6813E54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79CDD-FE21-4952-9104-2CF114F4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433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pokazuje różnice i relacje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86CEA-98E1-4453-8309-8DB19F8A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E2461-F341-4893-A568-23491424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433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pomaga grupie myśleć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5D807-89B9-4BD6-B6BC-724D4024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05200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629C6-764F-4183-98A6-2C1BB592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433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 czytelną formę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9DF71-628F-4722-997F-090EA892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2C1C3-87C7-4158-9B43-8FE1A495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453967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4D3F4E-6EBD-4E57-A7EC-E86F33B3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28E3D8-F4D2-48C8-9C29-5D9F4427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FC829F8-8ADC-4FD9-9163-74737031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 CZASIE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0BE57-CF84-42BB-903B-52E67236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Rodzaj reprezentacji powinien zmieniać się razem z dojrzałością projektu.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8767C-47B4-4F90-8AA6-F866B6F3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1B63E-C536-4F26-AA09-8C2B655B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wcześnie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C5CF2-84F3-4BE3-9DD0-16D2422F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mapa terytorium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9143C-CA9E-4249-AF4E-78933D3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ustalenie, co należy do systemu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1977E-B3F4-4BBD-968F-CF9E5F81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69B4D-69E5-46D2-B718-CB262760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badanie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B078A-5AE8-4242-A860-85584286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modele pracy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E49F7-91E4-4C28-8571-6176AE9D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opis realnych zadań i ograniczeń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6C7A4-0744-4F03-A663-62F9E79F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E492B-2920-4184-B600-22B4683F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projekt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06388-DA98-4FC9-94C1-540EE70C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prototypy low-fi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76CAB-C05F-4F59-B868-DD3B4CC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krytyka, negocjacje i eksploracja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A2B0E-47DA-4323-8950-79A966D8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7024F-AFC6-49D9-89FF-54298AEA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walidacja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320D1-EBCB-4C14-93DA-AB76066E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symulacje / hi-fi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7E3D2-F54D-4B02-98DE-6345D927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sprawdzenie decyzji i komunikacja w górę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99A3A-F9DF-4774-A715-FBA2411A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71BD0-ACA2-4A3A-879D-FFBD0534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8576901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23A678-3F1B-453F-BB56-1AA15D8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209F0E-6EA4-4225-BD46-8F38E487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8CB3CF-EC4F-4E94-BC98-A79BE568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MAPA TERYTORIUM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21316-77AC-4FC5-8875-D3135E2A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Wczesna mapa systemu buduje wspólną granicę problemu.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AC3A7-905B-4786-A87D-7157DD33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8A5F0-64C2-4B3E-AC37-9B77134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pokazuje, co jest w zakresie i co świadomie zostaje poza nim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5D28D-6E1E-4E71-BFB3-EB12396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B332D-B9D5-449E-AE49-B9CD499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ujawnia interesy wszystkich ważnych stron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32AD9-BEAA-4912-9D73-5D606420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6B07D-61E0-4F50-8DCB-622B77F6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może stać się wspólną podstawą kolejnych analiz i decyzji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72D38-F931-42D3-AA0B-9191DB6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05C07-A514-4AE1-A6D6-CB560D0B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409630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1B11A-A224-4460-8906-387643D1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4BCB8FE-A545-483F-B527-595E0C3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B6478F-0978-4290-92CF-8E2CD68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PROTOTYPY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85C52-66B7-46EA-9C38-3730062B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Niedokończone reprezentacje często wywołują lepszą krytykę niż wypolerowane makiety.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903E4-A750-4A6C-BD37-B234A892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BDC76-A95C-4998-B00B-C35ECC7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szkice i low-fi zachęcają do współtworzenia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4B101-FA6D-432D-B064-B79B6625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C1FE2-4E25-4A68-A65F-B51A4D8F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gotowy wygląd skłania do decyzji accept/reject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52E24-7D51-43B2-8C14-94C0B71A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3C729-63BA-4754-8ABD-5E71019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persony pomagają ujawnić różne potrzeby i konflikty celów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830A4-03D3-439A-BE7E-1CBAA74C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53ED0-6ECD-4A76-BD42-7654F72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7950295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DA343-D254-4019-B199-52A0C41E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F18EB0-088F-4608-8BB8-05E0BEDE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C98181-D171-4364-99BF-E34EE869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PRAKTYKI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3C1D7-6A05-4C26-8128-49E41998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Tabela ISO/PAS 18152 porządkuje HSI jako praktyki redukcji ryzyka.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ACEA2-54EF-4D3F-B865-F81227F5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0"/>
          </a:solidFill>
          <a:ln xmlns:a="http://schemas.openxmlformats.org/drawingml/2006/main" w="9525">
            <a:solidFill>
              <a:srgbClr val="C7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27195-5212-47D6-92E6-1E256E1C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Envisioning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B41AE-23C3-4419-8093-DA176B08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kontekst użycia, cele, ryzyka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0F2E9-AAFF-4CFC-9693-2A20A3D9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622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86FD3-0554-42BF-94BF-45F5B29F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95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Scoping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7EA35-A24D-45A2-8086-F3C13705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zakres i środowisko pracy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29DE0-9321-4CC0-9A2C-C4B4B721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622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0"/>
          </a:solidFill>
          <a:ln xmlns:a="http://schemas.openxmlformats.org/drawingml/2006/main" w="9525">
            <a:solidFill>
              <a:srgbClr val="C7D2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DBBCD-B737-4425-9EA1-9ED1ED87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95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Needs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1648C-2BEF-4BC1-A9B4-D9DA3B78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role, zadania, usability, opcje projektu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BF2DB-1E58-400F-AD23-68D8E2BA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A4865-453C-4205-BC5D-81195A63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ED927-6E8C-446B-B1FD-DD4B8B21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alokacja funkcji i prototypowanie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EB322-3DBB-4775-BAEF-6DD2DFA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195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0"/>
          </a:solidFill>
          <a:ln xmlns:a="http://schemas.openxmlformats.org/drawingml/2006/main" w="9525">
            <a:solidFill>
              <a:srgbClr val="C7D2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C40EF-B180-4CA6-B06D-7EF3EFB9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52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777F0-39CA-47F5-A715-AFD9B20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57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testy, feedback, walidacja danych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ABC74-249C-4EEE-8384-1B9246D2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B9CD3-49EA-4AA9-BA69-25EC713E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52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04A8F-0FC4-47D9-8CA6-3704EAC6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57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monitoring, lessons learned, następna wersja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042F1-F8F8-4BE8-9E96-FCCB953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468D5-9DA3-45FA-9FF8-0642CCE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5291985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98166-AE3A-445D-B85B-A1CF553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047DBA-7957-4F07-8F7A-DFA4B907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347FFD-B164-4F14-8F13-32779763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METODY W PRAKTYCE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C5D4B-E53C-4E8E-BEEE-A42082F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Te same metody HSI obsługują wiele decyzji naraz.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EED7E-80B0-4E69-A5D9-D0A909EA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kontekst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20B0F-E87B-493C-89C7-F0A9BF4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wymagania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30AE0-39A6-49BF-B84A-E014619B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projekt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26EEE-325C-4568-8F18-55502155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ewaluacja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3A2C2-7C6E-42B1-A7AD-77E9780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task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E983A-31CD-406A-B9DE-7846C8C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0100F-E5AC-42F4-A68B-7E8A651C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EF747-27FC-4311-8507-A8865D7E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3430F-553B-49E4-8803-603079B4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E5E15-57E2-411A-8A84-4F5A76B3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contextual inquiry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B5463-2E54-495F-AAF4-33C9FDE8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E4E62-232F-46D4-A6A2-73A2F295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01B0E-6E18-4A5B-83E1-CA76D8E6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287A1-9822-4D8F-A01E-E99AC8C4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678F7-95AE-4EAA-9965-C22475B8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personas/scenarios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A16FE-62CC-41A2-B4B5-B5777AB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CA5BD-1FD6-4705-979D-492D1FA9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80E3D-46A0-46E8-8F87-D95CD040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708C1-0665-4237-B9FB-C7A7BF9D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B5845-0FB9-4957-B5B1-39D6B569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prototyping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E10EA-161C-44FB-9754-3B9F037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71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C9401-4365-4DE8-B959-95E536C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71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65630-06CC-491A-A43E-7F3CC178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71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56D75-B4FB-4B91-B336-DA34A629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71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3A4D02-D482-4BF0-BCE1-F7E8F4A3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risk analysis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971CE1-F4C1-4BE7-91C2-6A887360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3B07C-C141-4EC0-AA98-F5B217E2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29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7EDDF1-A42E-43E9-993E-A57A3511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29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324D7C-3128-44D2-BEED-4C4754C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29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CCB55C-EF08-4970-B774-2D05D3D9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17E9AA-81D2-40EC-B4A1-97C5BF6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3335545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9CB34B-69B9-4426-8C46-E2698D81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607454-4278-4D5C-A664-748A8C87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8C23D3-6626-4F07-B6EE-9465E144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SEKTOR WOJSKOWY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3B952-BC30-4E31-8660-0355D469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MANPRINT i SEAPRINT pokazują HSI jako program zarządzania decyzjami, nie pojedynczą metodę.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310E2-A5B5-4DAF-A515-4984F0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239C7-2120-4541-AEA3-9BD84A9F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programy obejmują domeny manpower, personnel, training, human factors, safety, health i survivability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BAB0B-28C8-4F6A-B8DB-534D2B92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A13FA-BD8C-40F2-9475-456F6C04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kluczowy problem: wejście specjalistów HSI wystarczająco wcześnie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0AE38-6CE4-4587-B992-7C878AAD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0BE0B-404D-4461-99A1-C44C643D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drugi problem: integracja analiz między domenami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08D53-459D-4458-8ABF-DD64863B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E2B31-1918-4BAB-96FD-1D79341F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1552188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526450-37DB-4E1E-A647-5426F231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21A87F7-F965-497D-8B29-8EEF24E8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2F62D3-5B75-488F-8E5C-540CE4B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SEKTOR PRYWATNY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B4F6C-20B4-4A50-982B-F8418205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 biznesie HSI przekłada się na sprzedaż, koszty wsparcia, bezpieczeństwo i odpowiedzialność.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BB037-75DE-4664-9281-91F34B06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FF243-A439-45EC-ACD3-639BBEA4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produkty dla masowego rynku muszą działać bez formalnego szkolenia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F6F2C-E6E0-4247-BCA1-CFE4B33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B4D70-A6E5-4266-A4F6-F8974FB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systemy krytyczne wymagają analiz pracy, ról i ryzyk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0912B-A528-41FD-81A0-BEE8245F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FFDDB-2CBF-42E4-8918-36A8F6C2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słabe dopasowanie do użytkownika tworzy frustrację, support i koszty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AFE2E-B6EB-4E05-BDAE-C5F687AF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EF104-6AF3-4ADD-8629-3504EA0F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6490510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1479CD-8A4B-4D3B-BE8D-348F78E6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A53CDA-AAD6-4FE6-8DAB-34EE5AFB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1919D7-5023-4F21-AB34-E10DA0D6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AUTOMATYZACJA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DB2ED-D21B-4A88-91CD-230C89DE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Automatyzacja nie zawsze zmniejsza pracę; często zmienia jej charakter.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4EE00-BF79-414E-97E6-FFCF920B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3FF14-9C8C-4B4F-A14D-BBE504B4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operator monitoruje automat oraz sam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6E608-213E-4006-9989-7E81109F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0799E-C5D8-4025-828A-5E375805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zanika wiedza praktyczna potrzebna do sytuational awareness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0B96B-DBAF-45F0-A7D1-7508E408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353A0-D824-4D45-8281-0E447814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pojawiają się nowe wymagania dla procedur, backupu i zaufania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F8A87-817F-440E-B304-11F9A723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E81BE-C292-47D9-ABE9-C2158B0C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9225420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AAE9A-0671-46A5-85C8-88B7A296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48863B-54D2-4E82-9F90-2204BC0A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FD625A-FEEA-472D-B26D-F1571179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SYSTEMS OF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9D934-FEA9-4AC4-AA2F-419DC350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Największe wyzwania HSI pojawiają się, gdy system składa się z innych systemów.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77FAC-C7C0-46A3-8464-E8A72FB5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09767-8F12-4EFD-9D3D-7E08EAB9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komponenty mają własnych właścicieli i cele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5FB3B-E23A-45D5-98FD-F656F31F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04F60-D4D9-43CE-96B7-0AF72DD2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interfejsy, tryby pracy i założenia mogą być niekompatybilne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705A9-0D96-4022-9EEA-344754FF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5E844-82FF-4B03-8F24-9CF77A1D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zachowanie emergentne nie wynika z prostego zsumowania części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A8BD4-A928-49E2-B230-E293C078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69923-CB03-4FF2-9073-CDE966A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693877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D56DBF-AE6A-4ADC-A456-F2CFDAAA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7C9B03-8BC2-4B90-A6EF-9B5D14EF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F0BF0EF-3E9F-4D04-8D85-CA28A52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93E6F-2197-456F-8E12-007896DC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Bez metryk HSI trudno monitorować postęp i bronić decyzji projektowych.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5F0EC-F557-4693-A49D-AA5F1EF5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workload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64598-3001-4FE4-A369-E9E2265D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145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1E33C-6B87-4332-9BF8-6FFCCBF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0275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obciążenie poznawcze i fizyczne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B4900-80DE-44DA-8629-D915D438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error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7FA31-D3DE-474D-8B63-12A4CC91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1085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6AC4F-BB8C-4642-AE19-41CC62E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47975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częstość i skutki błędów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31303-DA17-4B50-8F94-3AC9B845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C689A-544C-4295-AB49-9D584A6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09975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38503-D32F-4F69-9D0E-057514D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skuteczność, efektywność, satysfakcja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9EE15-77AC-45F2-AF66-89D11922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training burden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71E0B-EBDF-4872-81D9-898EA6B2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57675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256B3-46C3-40B6-9928-5F1F700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czas i koszt osiągnięcia biegłości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4AD69-8D8F-406C-BC33-67DC959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staffing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C54D8-090F-4F48-B1B5-DBC33FE4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05375"/>
            <a:ext cx="2057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14383-F515-4947-B948-43302C36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91075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różnica między potrzebami a zasobami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1C59C-51CE-4C77-9F79-CBFFB50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986EF-E674-4678-B675-8BE484F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7402015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2827B8-B1CE-4BF3-82EE-344E6ED9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F8E02B-7DDE-4E12-9852-DF25904D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5BE0B25-50D9-4D98-932A-2F8F65F3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BUSINESS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CA33D-5EF2-4D23-AFED-CBF7B7A6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HSI wymaga uzasadnienia biznesowego, bo korzyści często pojawiają się późno.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1408F-BF56-43AB-B33B-C6D74DF4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9D045-D2F5-4856-BD3B-C2601F8D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koszty analiz są widoczne wcześnie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497D8-270D-436F-A031-10BD438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5D02A-D511-43A1-8D56-978234A9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korzyści wychodzą w operacjach: mniej błędów, mniej redesignu, lepsza adopcja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0B806-DB2C-4C4C-AE46-436E0EFE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1E259-95C8-4D51-A9A6-A525BB99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ryzyko pozwala skalować wysiłek zamiast stosować wszystkie metody zawsze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EA530-65AF-4980-AD91-5422DE5B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B3609-3A81-4A66-9393-114DEDC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1382816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54B8E-A75A-4C69-ADDB-1F674F1C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F5348C-ECD9-471B-8FEB-F92A9541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7EF4C1-CFBA-4707-AFB2-E344FCA0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WDROŻENIE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EA9A6-2075-44DB-9A73-1BF84DC9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Minimalny plan HSI dla projektu: pytania, które powinny wejść do rytmu zespołu.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BE55D-99AA-4941-A51E-7683205F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CA42B-8F84-44DC-BC1D-0DCF4C45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431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F512B-B30C-432D-BF8E-9DAB216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Kto dokładnie używa systemu i w jakim kontekście?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235EE-48BD-4BA1-BA1E-F922256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450C6-C737-42DC-82B9-9E56DDCF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71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3611E-C732-4346-857F-CA7493CA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Jakie ryzyka ludzkie mogą zniszczyć wartość techniczną?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377C7-1ABA-4495-8DE5-B227D97D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D5301-25F2-4739-85F9-9C21574B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004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AAE62-1122-4EA4-A21F-928EA1A7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Jakie reprezentacje wspólne utrzymują zgodność zespołów?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14984-2A00-487D-99AE-9373CEF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EB906-0734-4CAD-A9F0-4BB57A45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291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58CD1-DDD9-4F61-AE60-58D14C99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Jak mierzymy usability, błędy, workload i szkolenie?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6D86C-1E04-41AC-8BA5-0C0BBA61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CEFC9-52AD-4896-9CC8-0D6F29A0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8577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E4894-4CE2-4A40-BCD7-0EE7176E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241"/>
                </a:solidFill>
                <a:latin typeface="Aptos"/>
                <a:ea typeface="Aptos"/>
                <a:cs typeface="Aptos"/>
              </a:rPr>
              <a:t>Kiedy użytkownicy wracają do procesu po pierwszym wdrożeniu?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318F0-AA23-48DA-9D1F-91ED3E55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D3A0D-3A7F-4C63-8DEF-C8D116BC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9725766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276C7F-18EA-4643-91B1-9789D45D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1174BC-BA77-4FB9-9B24-1FDB0EF8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EEB920-866D-4396-84CA-C2A1D29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WNIOSKI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520E4-70AA-46F9-B811-66CCCD51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Najlepsze HSI jest równocześnie techniczne, organizacyjne i społeczne.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FE443-94D8-4207-84B6-2A09F254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81999-8901-4CD4-8C79-8A02E224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projektuj system pracy, nie tylko funkcje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C6D2F-2B99-4C90-AD40-B89C160F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827E3-D2AF-4AEF-9868-EA66457E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traktuj użytkowników jako źródło odporności systemu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9F61C-159D-41C2-84F3-8F2EC6C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78217-F4AD-4C8D-88CC-18F96460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łącz metody w cyklu życia, zamiast wykonywać je jako osobne raporty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B3AA8-9C4B-41B5-A133-CFFFD196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F8585-A38F-48DD-9B94-A324E26B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052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324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53241"/>
                </a:solidFill>
                <a:latin typeface="Aptos"/>
                <a:ea typeface="Aptos"/>
                <a:cs typeface="Aptos"/>
              </a:rPr>
              <a:t>używaj artefaktów, które naprawdę synchronizują myślenie zespołu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67EEF-6B90-43A3-B0E5-1DCA1FEB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9C536-11A2-4572-91F1-5877DB33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5282527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6D554-02BD-4D7A-8973-F525FE47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65B8FD-954A-4E4C-814B-94017E0D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BCA51BA-A181-45B4-A5E4-08B7D2FB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3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3E5"/>
                </a:solidFill>
                <a:latin typeface="Aptos"/>
                <a:ea typeface="Aptos"/>
                <a:cs typeface="Aptos"/>
              </a:rPr>
              <a:t>PODSUMOWANIE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52531-47AD-4B93-9DB5-A915E0E1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HSI pomaga budować systemy, które są wykonalne technicznie i używalne operacyjnie.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D6556-8C2F-4972-BAB4-BC38A7BE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65A22-B086-4C78-8EE1-3C0E2896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E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EF0"/>
                </a:solidFill>
                <a:latin typeface="Aptos"/>
                <a:ea typeface="Aptos"/>
                <a:cs typeface="Aptos"/>
              </a:rPr>
              <a:t>wprowadza ludzkie ryzyko na poziom decyzji inżynierskich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F9095-90C0-4C98-BF7C-5AF1D2A2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4386B-EB4A-43D3-A150-2C74F1C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E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EF0"/>
                </a:solidFill>
                <a:latin typeface="Aptos"/>
                <a:ea typeface="Aptos"/>
                <a:cs typeface="Aptos"/>
              </a:rPr>
              <a:t>skaluje metody do ryzyka, czasu i budżetu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B02E5-0B8B-441A-8403-E34ACCCA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9098B-21AE-47D4-A0BE-8F024F03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EF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EF0"/>
                </a:solidFill>
                <a:latin typeface="Aptos"/>
                <a:ea typeface="Aptos"/>
                <a:cs typeface="Aptos"/>
              </a:rPr>
              <a:t>tworzy wspólny język dla ludzi, software'u, hardware'u i organizacji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BDCE7-1E42-44CD-A6E4-F3E7580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79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7919"/>
                </a:solidFill>
                <a:latin typeface="Aptos"/>
                <a:ea typeface="Aptos"/>
                <a:cs typeface="Aptos"/>
              </a:rPr>
              <a:t>https://www.nationalacademies.org/read/11893/chapter/3#24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6498-3A61-44CB-9E47-BCFFD65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D6DEE3"/>
                </a:solidFill>
                <a:latin typeface="Aptos"/>
                <a:ea typeface="Aptos"/>
                <a:cs typeface="Aptos"/>
              </a:rPr>
              <a:t>National Research Council, 2007, Human-System Integration in the System Development Process, Ch. 1 &amp; 3, doi:10.17226/11893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62607-6224-4DAC-A090-EB368C6F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6DEE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DEE3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27818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2026-06-08T12:56:35.4250000Z</dcterms:created>
  <dcterms:modified xsi:type="dcterms:W3CDTF">2026-06-08T12:56:35.4250000Z</dcterms:modified>
</coreProperties>
</file>